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3d4e76b7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3d4e76b7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40ff0c5d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40ff0c5d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40ff0c5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40ff0c5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40ff0c5d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40ff0c5d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40ff0c5d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40ff0c5d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40ff0c5d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40ff0c5d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40ff0c5d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40ff0c5d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40ff0c5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40ff0c5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Canada Aviation Solutions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By John Rey Quidet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249825" y="4353850"/>
            <a:ext cx="8163000" cy="515100"/>
          </a:xfrm>
          <a:prstGeom prst="rect">
            <a:avLst/>
          </a:prstGeom>
        </p:spPr>
        <p:txBody>
          <a:bodyPr anchorCtr="0" anchor="ctr" bIns="60425" lIns="60425" spcFirstLastPara="1" rIns="60425" wrap="square" tIns="6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CA" sz="1200"/>
              <a:t>Just over 10, 000 of </a:t>
            </a:r>
            <a:r>
              <a:rPr lang="en-CA" sz="1200"/>
              <a:t>occurrences</a:t>
            </a:r>
            <a:r>
              <a:rPr lang="en-CA" sz="1200"/>
              <a:t> from 2025 to 2026 are from the EMERGENCY/PRIORITY type</a:t>
            </a:r>
            <a:endParaRPr sz="120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313" y="303900"/>
            <a:ext cx="7031326" cy="387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What is Emergency/Priority?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Emergency - Involves immediate top priority handling of aircraft facing things such as “Mayday” (distress, grave/ imminent danger) or “Pan-Pan” (urgency) situations both repeated three times.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27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Natural Langugage Processing Reports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CA"/>
              <a:t>Used Natural Language Processing to check out the type Emergency/Priority </a:t>
            </a:r>
            <a:r>
              <a:rPr lang="en-CA"/>
              <a:t>occurred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CA"/>
              <a:t>Found that overshoot/undershoot, fire/smoke, atm/cns, non-powerplant, and system/component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CA"/>
              <a:t>Post-impact and non impact are one of the most </a:t>
            </a:r>
            <a:r>
              <a:rPr lang="en-CA"/>
              <a:t>occurring</a:t>
            </a:r>
            <a:r>
              <a:rPr lang="en-CA"/>
              <a:t> words but not an Emergency/Priority type more of a result of an </a:t>
            </a:r>
            <a:r>
              <a:rPr lang="en-CA"/>
              <a:t>occurrence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CA"/>
              <a:t>Same with those symbols (obviously)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Overshoot/Undershoot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Undershoot - landing before the runway specifically on the designated runway touchzone(runway excursion)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Overshoot - landing past the runway specifically on the designated runway touchzone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6125" y="2714303"/>
            <a:ext cx="5915524" cy="22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Fire/Smoke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This means when the </a:t>
            </a:r>
            <a:r>
              <a:rPr lang="en-CA"/>
              <a:t>presence</a:t>
            </a:r>
            <a:r>
              <a:rPr lang="en-CA"/>
              <a:t> of fire/smoke are inside the aircraft cabin, cockpit, or </a:t>
            </a:r>
            <a:r>
              <a:rPr lang="en-CA"/>
              <a:t>cargo bay</a:t>
            </a:r>
            <a:r>
              <a:rPr lang="en-CA"/>
              <a:t> which would result in safety threat</a:t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679" y="2414675"/>
            <a:ext cx="3653550" cy="243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CA" sz="1620"/>
              <a:t>ATM/CNS (Air Traffic Management / Communication, Navigation and Surveillance)</a:t>
            </a:r>
            <a:endParaRPr sz="1620"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This refers to any incident, accident, or unsafe situation associated with the operation of an aircraft that involves issues with COmmunication, Navigation, Surveillance and Air Traffic Management.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On March 22, 2026 sadly Air Canada(Flight 8646) has encountered with this issue and unfortunately the 2 pilots had died and this inspired me to find a solution to the issue </a:t>
            </a:r>
            <a:r>
              <a:rPr lang="en-CA"/>
              <a:t>within</a:t>
            </a:r>
            <a:r>
              <a:rPr lang="en-CA"/>
              <a:t> Aviation despite my lack of knowledge with aviation.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System/Component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Refers to any incident or accident associated with operation of an aircraft caused by failure, malfunction or defect of a specific aircraft system or component.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