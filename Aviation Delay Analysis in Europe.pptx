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cf2701f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cf2701f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cf2701f8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cf2701f8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cf2701f8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cf2701f8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nsperformance.eu/cs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Aviation Delay Analysis in Europe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By: John Rey Quidet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925" y="1270250"/>
            <a:ext cx="5004025" cy="37083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1209300" y="573250"/>
            <a:ext cx="65256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2"/>
                </a:solidFill>
              </a:rPr>
              <a:t>As you can see largest number of flight Delay belongs to France in 2026 (Jan 1 - Feb 28, 2026)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5141025" y="3360950"/>
            <a:ext cx="3204000" cy="17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2"/>
                </a:solidFill>
              </a:rPr>
              <a:t>You can </a:t>
            </a:r>
            <a:r>
              <a:rPr lang="en-CA" sz="1800">
                <a:solidFill>
                  <a:schemeClr val="dk2"/>
                </a:solidFill>
              </a:rPr>
              <a:t>actually</a:t>
            </a:r>
            <a:r>
              <a:rPr lang="en-CA" sz="1800">
                <a:solidFill>
                  <a:schemeClr val="dk2"/>
                </a:solidFill>
              </a:rPr>
              <a:t> see that you are likely to have a Delay on the country of Norway than in France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653425" cy="439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7925" y="152400"/>
            <a:ext cx="3670191" cy="320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58800" y="791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CA"/>
              <a:t>Reference: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CA" u="sng">
                <a:solidFill>
                  <a:schemeClr val="hlink"/>
                </a:solidFill>
                <a:hlinkClick r:id="rId3"/>
              </a:rPr>
              <a:t>https://ansperformance.eu/csv/</a:t>
            </a:r>
            <a:r>
              <a:rPr lang="en-CA"/>
              <a:t> (data used)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